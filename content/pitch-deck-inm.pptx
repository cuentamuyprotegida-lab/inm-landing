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371600"/>
            <a:ext cx="5943600" cy="5943600"/>
          </a:xfrm>
          <a:prstGeom prst="ellipse">
            <a:avLst/>
          </a:prstGeom>
          <a:solidFill>
            <a:srgbClr val="162030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548640"/>
            <a:ext cx="3657600" cy="3657600"/>
          </a:xfrm>
          <a:prstGeom prst="ellipse">
            <a:avLst/>
          </a:prstGeom>
          <a:solidFill>
            <a:srgbClr val="0F25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atiende clientes 24/7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para pequeños negocios en Costa 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clientes escriben.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responde.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5176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mensajes fuera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horario sin respuesta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5176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82880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₡200K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cuesta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recepcionista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265176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no vuelve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le responden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sin respuesta = cliente perdido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65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 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WhatsApp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salones, barberías,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clínicas, spas y más.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502920"/>
            <a:ext cx="448056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685800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38928" y="5943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citas automáticamente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38928" y="9418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horas, 7 días a la semana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581912"/>
            <a:ext cx="448056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176479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8928" y="16733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2 segundos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38928" y="20208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tiempos de espera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660904"/>
            <a:ext cx="448056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284378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27523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38928" y="3099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antes de cada cita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739896"/>
            <a:ext cx="448056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3712" y="392277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38313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traslapes ni errores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38928" y="4178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agenda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34840" y="4709160"/>
            <a:ext cx="448056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en menos de 2 horas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ÉXITO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 NAILS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Heredia, Costa Rica — Salón de uñas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8138160" cy="1234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20116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76272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"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Ya no pierdo citas por no contestar rápido.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 El bot maneja toda mi agenda. Me cambió el negocio."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Karolina Madrigal, dueña de GLAM NAILS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27432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94360" y="4370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agendadas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794760"/>
            <a:ext cx="27432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20440" y="4370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sin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794760"/>
            <a:ext cx="27432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46520" y="4370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extra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que 1 día de salario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recepcionista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56032" y="2011680"/>
            <a:ext cx="2788920" cy="2834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011680"/>
            <a:ext cx="278892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25786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₡35,000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13432" y="2834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Salones y barberías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citas WhatsApp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servicios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40965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43982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WhatsApp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2788920" cy="2834640"/>
          </a:xfrm>
          <a:prstGeom prst="rect">
            <a:avLst/>
          </a:prstGeom>
          <a:solidFill>
            <a:srgbClr val="0F2A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011680"/>
            <a:ext cx="278892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874520"/>
            <a:ext cx="16002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874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POPULAR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25786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₡55,000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57800" y="2834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y spas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Básico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ilimitados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0965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horarios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3982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mensuales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2011680"/>
            <a:ext cx="2788920" cy="2834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5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2011680"/>
            <a:ext cx="278892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81928" y="25786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₡80,000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202168" y="2834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incluido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Profesional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gratis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40965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completa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1928" y="43982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gratis 1 semana — Sin contrato — Sin permanencia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-1097280"/>
            <a:ext cx="6400800" cy="640080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162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que tu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atienda solo?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Contáctanos ahora — activamos tu bot hoy mismo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+506 XXXX-XXXX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560320" cy="685800"/>
          </a:xfrm>
          <a:prstGeom prst="rect">
            <a:avLst/>
          </a:prstGeom>
          <a:solidFill>
            <a:srgbClr val="0A7A55"/>
          </a:solidFill>
          <a:ln w="12700">
            <a:solidFill>
              <a:srgbClr val="0D9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Respondemos en menos de 1 hora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931920"/>
            <a:ext cx="2560320" cy="685800"/>
          </a:xfrm>
          <a:prstGeom prst="rect">
            <a:avLst/>
          </a:prstGeom>
          <a:solidFill>
            <a:srgbClr val="0A7A55"/>
          </a:solidFill>
          <a:ln w="12700">
            <a:solidFill>
              <a:srgbClr val="0D9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en menos de 2 horas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931920"/>
            <a:ext cx="2560320" cy="685800"/>
          </a:xfrm>
          <a:prstGeom prst="rect">
            <a:avLst/>
          </a:prstGeom>
          <a:solidFill>
            <a:srgbClr val="0A7A55"/>
          </a:solidFill>
          <a:ln w="12700">
            <a:solidFill>
              <a:srgbClr val="0D9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 de prueba gratis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 — Agencia de automatización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INM — Asistente Virtual WhatsApp</dc:title>
  <dc:subject>PptxGenJS Presentation</dc:subject>
  <dc:creator>PptxGenJS</dc:creator>
  <cp:lastModifiedBy>PptxGenJS</cp:lastModifiedBy>
  <cp:revision>1</cp:revision>
  <dcterms:created xsi:type="dcterms:W3CDTF">2026-03-31T05:15:23Z</dcterms:created>
  <dcterms:modified xsi:type="dcterms:W3CDTF">2026-03-31T05:15:23Z</dcterms:modified>
</cp:coreProperties>
</file>